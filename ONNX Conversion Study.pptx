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519" autoAdjust="0"/>
  </p:normalViewPr>
  <p:slideViewPr>
    <p:cSldViewPr snapToGrid="0">
      <p:cViewPr varScale="1">
        <p:scale>
          <a:sx n="138" d="100"/>
          <a:sy n="138" d="100"/>
        </p:scale>
        <p:origin x="15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6D541-574D-47C9-A8FA-4602CEB931CE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5054A-2766-4412-8D77-343B949B97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80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5054A-2766-4412-8D77-343B949B97D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2511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5054A-2766-4412-8D77-343B949B97D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990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5054A-2766-4412-8D77-343B949B97D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2663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64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5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0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4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14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48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3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4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0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82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06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CC90FF3-61B6-4BC8-1658-87A1F48C8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pl-PL" b="1" dirty="0">
                <a:solidFill>
                  <a:schemeClr val="tx1"/>
                </a:solidFill>
              </a:rPr>
              <a:t>ONNX Conversion </a:t>
            </a:r>
            <a:r>
              <a:rPr lang="pl-PL" b="1" dirty="0" err="1">
                <a:solidFill>
                  <a:schemeClr val="tx1"/>
                </a:solidFill>
              </a:rPr>
              <a:t>Study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1959641-7B3B-9041-D7D0-8B4631074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 fontScale="85000" lnSpcReduction="20000"/>
          </a:bodyPr>
          <a:lstStyle/>
          <a:p>
            <a:r>
              <a:rPr lang="pl-PL" sz="2200" dirty="0"/>
              <a:t>Krystian Bajerski</a:t>
            </a:r>
          </a:p>
          <a:p>
            <a:r>
              <a:rPr lang="pl-PL" sz="2200" dirty="0"/>
              <a:t>Arkadiusz Kowalczyk</a:t>
            </a:r>
          </a:p>
          <a:p>
            <a:r>
              <a:rPr lang="pl-PL" sz="2200" dirty="0"/>
              <a:t>Maciej Kucharski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FB2D8-8655-5AF4-84FD-6EB94213E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18" r="-1" b="-1"/>
          <a:stretch>
            <a:fillRect/>
          </a:stretch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20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C57BA2-3D5D-CA6F-03F6-42E1CFBB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7200" dirty="0"/>
              <a:t>Jaki </a:t>
            </a:r>
            <a:r>
              <a:rPr lang="pl-PL" sz="7200" dirty="0" err="1"/>
              <a:t>dataset</a:t>
            </a:r>
            <a:r>
              <a:rPr lang="pl-PL" sz="7200" dirty="0"/>
              <a:t>?</a:t>
            </a:r>
          </a:p>
        </p:txBody>
      </p:sp>
      <p:pic>
        <p:nvPicPr>
          <p:cNvPr id="1026" name="Picture 2" descr="Training a Classifier — PyTorch Tutorials 2.9.0+cu128 documentation">
            <a:extLst>
              <a:ext uri="{FF2B5EF4-FFF2-40B4-BE49-F238E27FC236}">
                <a16:creationId xmlns:a16="http://schemas.microsoft.com/office/drawing/2014/main" id="{B57D925F-B8C5-9358-1BC5-2AD40ED42F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644" y="1781873"/>
            <a:ext cx="6244937" cy="488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8715240B-CB31-AE51-6B65-443F8C645923}"/>
              </a:ext>
            </a:extLst>
          </p:cNvPr>
          <p:cNvSpPr txBox="1"/>
          <p:nvPr/>
        </p:nvSpPr>
        <p:spPr>
          <a:xfrm>
            <a:off x="221673" y="1890876"/>
            <a:ext cx="56699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000" dirty="0"/>
              <a:t>Zbiór danych CIFAR-10 składa się z 60 000 kolorowych obrazów w rozdzielczości 32×32, w 10 klasach, po 6 000 obrazów na klasę. Jest 50 000 obrazów treningowych i 10 000 testowych. Zbiór podzielony jest na pięć części treningowych i jedną część testową, z których każda zawiera 10 000 obrazów. Część testowa zawiera dokładnie 1 000 losowo wybranych obrazów z każdej klasy. Części treningowe zawierają pozostałe obrazy w losowej kolejności, jednak niektóre części treningowe mogą mieć więcej obrazów z jednej klasy niż z innej. Łącznie partie treningowe zawierają dokładnie 5 000 obrazów z każdej klasy.</a:t>
            </a:r>
          </a:p>
        </p:txBody>
      </p:sp>
    </p:spTree>
    <p:extLst>
      <p:ext uri="{BB962C8B-B14F-4D97-AF65-F5344CB8AC3E}">
        <p14:creationId xmlns:p14="http://schemas.microsoft.com/office/powerpoint/2010/main" val="11804531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F8380D-89DD-0669-01FA-D2552930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7200" dirty="0"/>
              <a:t>JAKI PROBLEM?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C0A2EF-9B74-9360-9DB3-476FA52E1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36" y="2230312"/>
            <a:ext cx="5306990" cy="3634486"/>
          </a:xfrm>
        </p:spPr>
        <p:txBody>
          <a:bodyPr>
            <a:normAutofit/>
          </a:bodyPr>
          <a:lstStyle/>
          <a:p>
            <a:r>
              <a:rPr lang="pl-PL" sz="2400" dirty="0"/>
              <a:t>Ocena skuteczności różnych </a:t>
            </a:r>
            <a:r>
              <a:rPr lang="pl-PL" sz="2400" dirty="0" err="1"/>
              <a:t>architektur</a:t>
            </a:r>
            <a:r>
              <a:rPr lang="pl-PL" sz="2400" dirty="0"/>
              <a:t> sieci neuronowych.</a:t>
            </a:r>
          </a:p>
          <a:p>
            <a:r>
              <a:rPr lang="pl-PL" sz="2400" dirty="0"/>
              <a:t>Sprawdzenie sprawności działania </a:t>
            </a:r>
            <a:r>
              <a:rPr lang="pl-PL" sz="2400" dirty="0" err="1"/>
              <a:t>PyTorch</a:t>
            </a:r>
            <a:r>
              <a:rPr lang="pl-PL" sz="2400" dirty="0"/>
              <a:t> na ONNX konwertera.</a:t>
            </a:r>
          </a:p>
          <a:p>
            <a:r>
              <a:rPr lang="pl-PL" sz="2400" dirty="0"/>
              <a:t>Porównanie wydajności modeli w obu formatach.</a:t>
            </a:r>
          </a:p>
          <a:p>
            <a:endParaRPr lang="pl-PL" sz="2000" dirty="0"/>
          </a:p>
        </p:txBody>
      </p:sp>
      <p:pic>
        <p:nvPicPr>
          <p:cNvPr id="2050" name="Picture 2" descr="Welcome to PyTorch Tutorials — PyTorch Tutorials 2.9.0+cu128 documentation">
            <a:extLst>
              <a:ext uri="{FF2B5EF4-FFF2-40B4-BE49-F238E27FC236}">
                <a16:creationId xmlns:a16="http://schemas.microsoft.com/office/drawing/2014/main" id="{4A4591A2-F31B-670E-BC36-BCE985129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675" y="1664462"/>
            <a:ext cx="5176838" cy="49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719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Kraków. Po wakacjach zmiany w rozkładach jazdy [SPRAWDŹ] | Kraków Nasze  Miasto">
            <a:extLst>
              <a:ext uri="{FF2B5EF4-FFF2-40B4-BE49-F238E27FC236}">
                <a16:creationId xmlns:a16="http://schemas.microsoft.com/office/drawing/2014/main" id="{90BEDF40-7F6F-FA87-8F75-D00EA54FE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7" b="8904"/>
          <a:stretch>
            <a:fillRect/>
          </a:stretch>
        </p:blipFill>
        <p:spPr bwMode="auto">
          <a:xfrm>
            <a:off x="20" y="10"/>
            <a:ext cx="1219198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5" name="Rectangle 3090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96" name="Rectangle 3092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267020-1852-24DA-5259-A22B6F9D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184" y="938022"/>
            <a:ext cx="4389261" cy="1188720"/>
          </a:xfrm>
        </p:spPr>
        <p:txBody>
          <a:bodyPr>
            <a:normAutofit/>
          </a:bodyPr>
          <a:lstStyle/>
          <a:p>
            <a:r>
              <a:rPr lang="pl-PL" sz="4000" dirty="0"/>
              <a:t>Rozkład jazdy!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9C9CAE-E1C5-25C8-7133-AFA38B7E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184" y="2340865"/>
            <a:ext cx="4389262" cy="3788474"/>
          </a:xfrm>
        </p:spPr>
        <p:txBody>
          <a:bodyPr>
            <a:normAutofit/>
          </a:bodyPr>
          <a:lstStyle/>
          <a:p>
            <a:r>
              <a:rPr lang="pl-PL" dirty="0"/>
              <a:t>Przygotowanie danych z </a:t>
            </a:r>
            <a:r>
              <a:rPr lang="pl-PL" dirty="0" err="1"/>
              <a:t>datasetu</a:t>
            </a:r>
            <a:endParaRPr lang="pl-PL" dirty="0"/>
          </a:p>
          <a:p>
            <a:r>
              <a:rPr lang="pl-PL" dirty="0"/>
              <a:t>Trening modeli</a:t>
            </a:r>
          </a:p>
          <a:p>
            <a:r>
              <a:rPr lang="pl-PL" dirty="0"/>
              <a:t>Konwersja z </a:t>
            </a:r>
            <a:r>
              <a:rPr lang="pl-PL" dirty="0" err="1"/>
              <a:t>PyTorch</a:t>
            </a:r>
            <a:r>
              <a:rPr lang="pl-PL" dirty="0"/>
              <a:t> na ONNX</a:t>
            </a:r>
          </a:p>
          <a:p>
            <a:r>
              <a:rPr lang="pl-PL" dirty="0"/>
              <a:t>Weryfikacja zgodności modeli między </a:t>
            </a:r>
            <a:r>
              <a:rPr lang="pl-PL" dirty="0" err="1"/>
              <a:t>PyTorchem</a:t>
            </a:r>
            <a:r>
              <a:rPr lang="pl-PL" dirty="0"/>
              <a:t> a ONNX</a:t>
            </a:r>
          </a:p>
          <a:p>
            <a:r>
              <a:rPr lang="pl-PL" dirty="0"/>
              <a:t>Testy wydajnościowe</a:t>
            </a:r>
          </a:p>
          <a:p>
            <a:r>
              <a:rPr lang="pl-PL" dirty="0"/>
              <a:t>Kompresja jednego wybranego modelu </a:t>
            </a:r>
            <a:r>
              <a:rPr lang="pl-PL"/>
              <a:t>(kwantyzacja)</a:t>
            </a:r>
            <a:endParaRPr lang="pl-PL" dirty="0"/>
          </a:p>
          <a:p>
            <a:r>
              <a:rPr lang="pl-PL" dirty="0"/>
              <a:t>Analiza różnic i prezentacja wyników</a:t>
            </a:r>
          </a:p>
        </p:txBody>
      </p:sp>
    </p:spTree>
    <p:extLst>
      <p:ext uri="{BB962C8B-B14F-4D97-AF65-F5344CB8AC3E}">
        <p14:creationId xmlns:p14="http://schemas.microsoft.com/office/powerpoint/2010/main" val="4107176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la kogo model drewniany do składania? 🤔 - Puzzle 3D | Zabawki dla dzieci  - Dla Małych i Dużych | shop36.pl">
            <a:extLst>
              <a:ext uri="{FF2B5EF4-FFF2-40B4-BE49-F238E27FC236}">
                <a16:creationId xmlns:a16="http://schemas.microsoft.com/office/drawing/2014/main" id="{0EF06921-DA05-9CA3-2665-15A4AD1AF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5"/>
          <a:stretch>
            <a:fillRect/>
          </a:stretch>
        </p:blipFill>
        <p:spPr bwMode="auto">
          <a:xfrm>
            <a:off x="20" y="10"/>
            <a:ext cx="12191980" cy="685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2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0" name="Rectangle 4104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C6E7892-E4C1-C992-22B2-F149F7DB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184" y="938022"/>
            <a:ext cx="4389261" cy="1188720"/>
          </a:xfrm>
        </p:spPr>
        <p:txBody>
          <a:bodyPr>
            <a:normAutofit/>
          </a:bodyPr>
          <a:lstStyle/>
          <a:p>
            <a:r>
              <a:rPr lang="pl-PL" sz="7200" dirty="0"/>
              <a:t>MODELE!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0139437-0E81-E4AE-9B12-9821E529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184" y="2340865"/>
            <a:ext cx="4389262" cy="3788474"/>
          </a:xfrm>
        </p:spPr>
        <p:txBody>
          <a:bodyPr>
            <a:normAutofit fontScale="92500" lnSpcReduction="10000"/>
          </a:bodyPr>
          <a:lstStyle/>
          <a:p>
            <a:r>
              <a:rPr lang="pl-PL" sz="5400" dirty="0">
                <a:solidFill>
                  <a:srgbClr val="FF0000"/>
                </a:solidFill>
              </a:rPr>
              <a:t>ALEXNET</a:t>
            </a:r>
          </a:p>
          <a:p>
            <a:r>
              <a:rPr lang="pl-PL" sz="5400" dirty="0">
                <a:solidFill>
                  <a:schemeClr val="accent5">
                    <a:lumMod val="50000"/>
                  </a:schemeClr>
                </a:solidFill>
              </a:rPr>
              <a:t>RESNET18</a:t>
            </a:r>
          </a:p>
          <a:p>
            <a:r>
              <a:rPr lang="pl-PL" sz="5400" dirty="0">
                <a:solidFill>
                  <a:srgbClr val="0070C0"/>
                </a:solidFill>
              </a:rPr>
              <a:t>MOBILENETV3</a:t>
            </a:r>
          </a:p>
        </p:txBody>
      </p:sp>
    </p:spTree>
    <p:extLst>
      <p:ext uri="{BB962C8B-B14F-4D97-AF65-F5344CB8AC3E}">
        <p14:creationId xmlns:p14="http://schemas.microsoft.com/office/powerpoint/2010/main" val="124879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Avenir Next LT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184</Words>
  <Application>Microsoft Office PowerPoint</Application>
  <PresentationFormat>Panoramiczny</PresentationFormat>
  <Paragraphs>25</Paragraphs>
  <Slides>5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1" baseType="lpstr">
      <vt:lpstr>Aptos</vt:lpstr>
      <vt:lpstr>Arial</vt:lpstr>
      <vt:lpstr>Avenir Next LT Pro</vt:lpstr>
      <vt:lpstr>Gill Sans MT</vt:lpstr>
      <vt:lpstr>Wingdings 2</vt:lpstr>
      <vt:lpstr>DividendVTI</vt:lpstr>
      <vt:lpstr>ONNX Conversion Study</vt:lpstr>
      <vt:lpstr>Jaki dataset?</vt:lpstr>
      <vt:lpstr>JAKI PROBLEM?</vt:lpstr>
      <vt:lpstr>Rozkład jazdy!</vt:lpstr>
      <vt:lpstr>MODELE!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Krystian Bajerski</dc:creator>
  <cp:lastModifiedBy>Krystian Bajerski</cp:lastModifiedBy>
  <cp:revision>6</cp:revision>
  <dcterms:created xsi:type="dcterms:W3CDTF">2025-10-28T19:20:00Z</dcterms:created>
  <dcterms:modified xsi:type="dcterms:W3CDTF">2025-10-28T19:49:14Z</dcterms:modified>
</cp:coreProperties>
</file>